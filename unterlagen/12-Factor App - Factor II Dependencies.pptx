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Inter" panose="020B0604020202020204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8B31F8-C977-4554-990E-C7C091B4144B}">
  <a:tblStyle styleId="{228B31F8-C977-4554-990E-C7C091B4144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200" autoAdjust="0"/>
  </p:normalViewPr>
  <p:slideViewPr>
    <p:cSldViewPr snapToGrid="0">
      <p:cViewPr>
        <p:scale>
          <a:sx n="73" d="100"/>
          <a:sy n="73" d="100"/>
        </p:scale>
        <p:origin x="1032" y="1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Es </a:t>
            </a:r>
            <a:r>
              <a:rPr lang="en-US" dirty="0" err="1"/>
              <a:t>geht</a:t>
            </a:r>
            <a:r>
              <a:rPr lang="en-US" dirty="0"/>
              <a:t> </a:t>
            </a:r>
            <a:r>
              <a:rPr lang="en-US" dirty="0" err="1"/>
              <a:t>hauptsächlich</a:t>
            </a:r>
            <a:r>
              <a:rPr lang="en-US" dirty="0"/>
              <a:t> um </a:t>
            </a:r>
            <a:r>
              <a:rPr lang="en-US" dirty="0" err="1"/>
              <a:t>zwei</a:t>
            </a:r>
            <a:r>
              <a:rPr lang="en-US" dirty="0"/>
              <a:t> Dinge: </a:t>
            </a:r>
            <a:r>
              <a:rPr lang="en-US" dirty="0" err="1"/>
              <a:t>Deklaration</a:t>
            </a:r>
            <a:r>
              <a:rPr lang="en-US" dirty="0"/>
              <a:t> und Isolation.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Mit </a:t>
            </a:r>
            <a:r>
              <a:rPr lang="en-US" dirty="0" err="1"/>
              <a:t>deklaration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gemeint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den </a:t>
            </a:r>
            <a:r>
              <a:rPr lang="en-US" dirty="0" err="1"/>
              <a:t>Abhängigkeiten</a:t>
            </a:r>
            <a:r>
              <a:rPr lang="en-US" dirty="0"/>
              <a:t> </a:t>
            </a:r>
            <a:r>
              <a:rPr lang="en-US" dirty="0" err="1"/>
              <a:t>gemacht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, und </a:t>
            </a:r>
            <a:r>
              <a:rPr lang="en-US" dirty="0" err="1"/>
              <a:t>zwar</a:t>
            </a:r>
            <a:r>
              <a:rPr lang="en-US" dirty="0"/>
              <a:t> </a:t>
            </a:r>
            <a:r>
              <a:rPr lang="en-US" b="1" dirty="0" err="1"/>
              <a:t>allen</a:t>
            </a:r>
            <a:r>
              <a:rPr lang="en-US" b="1" dirty="0"/>
              <a:t>. </a:t>
            </a:r>
            <a:r>
              <a:rPr lang="en-US" dirty="0"/>
              <a:t>Man </a:t>
            </a:r>
            <a:r>
              <a:rPr lang="en-US" dirty="0" err="1"/>
              <a:t>darf</a:t>
            </a:r>
            <a:r>
              <a:rPr lang="en-US" dirty="0"/>
              <a:t> nicht </a:t>
            </a:r>
            <a:r>
              <a:rPr lang="en-US" dirty="0" err="1"/>
              <a:t>davon</a:t>
            </a:r>
            <a:r>
              <a:rPr lang="en-US" dirty="0"/>
              <a:t> </a:t>
            </a:r>
            <a:r>
              <a:rPr lang="en-US" dirty="0" err="1"/>
              <a:t>ausgehen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auf dem Rechner </a:t>
            </a:r>
            <a:r>
              <a:rPr lang="en-US" dirty="0" err="1"/>
              <a:t>bereits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Abhängigkeit</a:t>
            </a:r>
            <a:r>
              <a:rPr lang="en-US" dirty="0"/>
              <a:t> </a:t>
            </a:r>
            <a:r>
              <a:rPr lang="en-US" dirty="0" err="1"/>
              <a:t>vorhanden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Isolation </a:t>
            </a:r>
            <a:r>
              <a:rPr lang="en-US" dirty="0" err="1"/>
              <a:t>ist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die App in </a:t>
            </a:r>
            <a:r>
              <a:rPr lang="en-US" dirty="0" err="1"/>
              <a:t>ihrem</a:t>
            </a:r>
            <a:r>
              <a:rPr lang="en-US" dirty="0"/>
              <a:t> </a:t>
            </a:r>
            <a:r>
              <a:rPr lang="en-US" dirty="0" err="1"/>
              <a:t>eigenen</a:t>
            </a:r>
            <a:r>
              <a:rPr lang="en-US" dirty="0"/>
              <a:t> </a:t>
            </a:r>
            <a:r>
              <a:rPr lang="en-US" dirty="0" err="1"/>
              <a:t>Sandkasten</a:t>
            </a:r>
            <a:r>
              <a:rPr lang="en-US" dirty="0"/>
              <a:t> </a:t>
            </a:r>
            <a:r>
              <a:rPr lang="en-US" dirty="0" err="1"/>
              <a:t>läuft</a:t>
            </a:r>
            <a:r>
              <a:rPr lang="en-US" dirty="0"/>
              <a:t>, </a:t>
            </a:r>
            <a:r>
              <a:rPr lang="en-US" dirty="0" err="1"/>
              <a:t>damit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nicht von </a:t>
            </a:r>
            <a:r>
              <a:rPr lang="en-US" dirty="0" err="1"/>
              <a:t>externen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r>
              <a:rPr lang="en-US" dirty="0"/>
              <a:t> </a:t>
            </a:r>
            <a:r>
              <a:rPr lang="en-US" dirty="0" err="1"/>
              <a:t>beeinflusst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Durch das </a:t>
            </a:r>
            <a:r>
              <a:rPr lang="en-US" dirty="0" err="1"/>
              <a:t>angeben</a:t>
            </a:r>
            <a:r>
              <a:rPr lang="en-US" dirty="0"/>
              <a:t> </a:t>
            </a:r>
            <a:r>
              <a:rPr lang="en-US" dirty="0" err="1"/>
              <a:t>aller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r>
              <a:rPr lang="en-US" dirty="0"/>
              <a:t> </a:t>
            </a:r>
            <a:r>
              <a:rPr lang="en-US" dirty="0" err="1"/>
              <a:t>Läuft</a:t>
            </a:r>
            <a:r>
              <a:rPr lang="en-US" dirty="0"/>
              <a:t> die </a:t>
            </a:r>
            <a:r>
              <a:rPr lang="en-US" dirty="0" err="1"/>
              <a:t>Applikation</a:t>
            </a:r>
            <a:r>
              <a:rPr lang="en-US" dirty="0"/>
              <a:t> in </a:t>
            </a:r>
            <a:r>
              <a:rPr lang="en-US" dirty="0" err="1"/>
              <a:t>jeder</a:t>
            </a:r>
            <a:r>
              <a:rPr lang="en-US" dirty="0"/>
              <a:t> </a:t>
            </a:r>
            <a:r>
              <a:rPr lang="en-US" dirty="0" err="1"/>
              <a:t>Umgebung</a:t>
            </a:r>
            <a:r>
              <a:rPr lang="en-US" dirty="0"/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Die Isolation </a:t>
            </a:r>
            <a:r>
              <a:rPr lang="en-US" dirty="0" err="1"/>
              <a:t>stellt</a:t>
            </a:r>
            <a:r>
              <a:rPr lang="en-US" dirty="0"/>
              <a:t> </a:t>
            </a:r>
            <a:r>
              <a:rPr lang="en-US" dirty="0" err="1"/>
              <a:t>sicher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Version Hell </a:t>
            </a:r>
            <a:r>
              <a:rPr lang="en-US" dirty="0" err="1"/>
              <a:t>stattfindet</a:t>
            </a:r>
            <a:r>
              <a:rPr lang="en-US" dirty="0"/>
              <a:t>, da </a:t>
            </a:r>
            <a:r>
              <a:rPr lang="en-US" dirty="0" err="1"/>
              <a:t>sie</a:t>
            </a:r>
            <a:r>
              <a:rPr lang="en-US" dirty="0"/>
              <a:t> nicht von </a:t>
            </a:r>
            <a:r>
              <a:rPr lang="en-US" dirty="0" err="1"/>
              <a:t>anderen</a:t>
            </a:r>
            <a:r>
              <a:rPr lang="en-US" dirty="0"/>
              <a:t> </a:t>
            </a:r>
            <a:r>
              <a:rPr lang="en-US" dirty="0" err="1"/>
              <a:t>externen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r>
              <a:rPr lang="en-US" dirty="0"/>
              <a:t> </a:t>
            </a:r>
            <a:r>
              <a:rPr lang="en-US" dirty="0" err="1"/>
              <a:t>betroffen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Durch die </a:t>
            </a:r>
            <a:r>
              <a:rPr lang="en-US" dirty="0" err="1"/>
              <a:t>genaue</a:t>
            </a:r>
            <a:r>
              <a:rPr lang="en-US" dirty="0"/>
              <a:t> </a:t>
            </a:r>
            <a:r>
              <a:rPr lang="en-US" dirty="0" err="1"/>
              <a:t>Deklaration</a:t>
            </a:r>
            <a:r>
              <a:rPr lang="en-US" dirty="0"/>
              <a:t> </a:t>
            </a:r>
            <a:r>
              <a:rPr lang="en-US" dirty="0" err="1"/>
              <a:t>aller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r>
              <a:rPr lang="en-US" dirty="0"/>
              <a:t> weiss man </a:t>
            </a:r>
            <a:r>
              <a:rPr lang="en-US" dirty="0" err="1"/>
              <a:t>genau</a:t>
            </a:r>
            <a:r>
              <a:rPr lang="en-US" dirty="0"/>
              <a:t>, </a:t>
            </a:r>
            <a:r>
              <a:rPr lang="en-US" dirty="0" err="1"/>
              <a:t>welche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r>
              <a:rPr lang="en-US" dirty="0"/>
              <a:t> und </a:t>
            </a:r>
            <a:r>
              <a:rPr lang="en-US" dirty="0" err="1"/>
              <a:t>Versionen</a:t>
            </a:r>
            <a:r>
              <a:rPr lang="en-US" dirty="0"/>
              <a:t> </a:t>
            </a:r>
            <a:r>
              <a:rPr lang="en-US" dirty="0" err="1"/>
              <a:t>vorhanden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11" name="Google Shape;1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95612" y="2572642"/>
            <a:ext cx="6200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Dependencies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43250" y="3782317"/>
            <a:ext cx="5905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143250" y="4780508"/>
            <a:ext cx="5905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8400"/>
            <a:ext cx="5381625" cy="194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388397"/>
            <a:ext cx="5381625" cy="19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47010" y="3655218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Deklaration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6514385" y="3655218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Isolation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95612" y="2817018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29650" y="2817018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919311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Um was geht es bei diesem Faktor?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35993"/>
            <a:ext cx="3492549" cy="2330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35993"/>
            <a:ext cx="3492549" cy="2330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35994"/>
            <a:ext cx="3492549" cy="2330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94237" y="3502818"/>
            <a:ext cx="284707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Umgebungs</a:t>
            </a:r>
            <a:r>
              <a:rPr lang="en-US" sz="24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unabhängig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4672537" y="3502818"/>
            <a:ext cx="2847074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Version Hell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50836" y="3502818"/>
            <a:ext cx="2847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Onboarding/</a:t>
            </a:r>
            <a:endParaRPr sz="2400" b="1" dirty="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Entwicklung</a:t>
            </a:r>
            <a:endParaRPr dirty="0"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266461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66461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64749" y="2664618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571500" y="919311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Welches Problem Löst dieser Faktor?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6"/>
          <p:cNvGraphicFramePr/>
          <p:nvPr>
            <p:extLst>
              <p:ext uri="{D42A27DB-BD31-4B8C-83A1-F6EECF244321}">
                <p14:modId xmlns:p14="http://schemas.microsoft.com/office/powerpoint/2010/main" val="3906750392"/>
              </p:ext>
            </p:extLst>
          </p:nvPr>
        </p:nvGraphicFramePr>
        <p:xfrm>
          <a:off x="571512" y="1833562"/>
          <a:ext cx="11048975" cy="319087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58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 err="1">
                          <a:solidFill>
                            <a:srgbClr val="22C55E"/>
                          </a:solidFill>
                          <a:sym typeface="Inter"/>
                        </a:rPr>
                        <a:t>Aspekt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22C55E"/>
                          </a:solidFill>
                          <a:sym typeface="Inter"/>
                        </a:rPr>
                        <a:t>C# / .NET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22C55E"/>
                          </a:solidFill>
                          <a:sym typeface="Inter"/>
                        </a:rPr>
                        <a:t>Node.js / JS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Package Manager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NuGet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chemeClr val="tx1"/>
                          </a:solidFill>
                          <a:sym typeface="Inter"/>
                        </a:rPr>
                        <a:t>npm / yarn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tx1"/>
                          </a:solidFill>
                          <a:sym typeface="Inter"/>
                        </a:rPr>
                        <a:t>Manifest Datei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.</a:t>
                      </a:r>
                      <a:r>
                        <a:rPr lang="en-US" sz="1500" b="0" u="none" strike="noStrike" cap="none" dirty="0" err="1">
                          <a:solidFill>
                            <a:schemeClr val="tx1"/>
                          </a:solidFill>
                          <a:sym typeface="Inter"/>
                        </a:rPr>
                        <a:t>csproj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 err="1">
                          <a:solidFill>
                            <a:schemeClr val="tx1"/>
                          </a:solidFill>
                          <a:sym typeface="Inter"/>
                        </a:rPr>
                        <a:t>package.json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tx1"/>
                          </a:solidFill>
                          <a:sym typeface="Inter"/>
                        </a:rPr>
                        <a:t>Installations-Befehl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chemeClr val="tx1"/>
                          </a:solidFill>
                          <a:sym typeface="Inter"/>
                        </a:rPr>
                        <a:t>dotnet restore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 err="1">
                          <a:solidFill>
                            <a:schemeClr val="tx1"/>
                          </a:solidFill>
                          <a:sym typeface="Inter"/>
                        </a:rPr>
                        <a:t>npm</a:t>
                      </a: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 install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tx1"/>
                          </a:solidFill>
                          <a:sym typeface="Inter"/>
                        </a:rPr>
                        <a:t>Isolationsebene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chemeClr val="tx1"/>
                          </a:solidFill>
                          <a:sym typeface="Inter"/>
                        </a:rPr>
                        <a:t>/bin &amp; NuGet Cache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 err="1">
                          <a:solidFill>
                            <a:schemeClr val="tx1"/>
                          </a:solidFill>
                          <a:sym typeface="Inter"/>
                        </a:rPr>
                        <a:t>node_modules</a:t>
                      </a:r>
                      <a:r>
                        <a:rPr lang="en-US" sz="15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 Folder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3" name="Google Shape;133;p16"/>
          <p:cNvSpPr/>
          <p:nvPr/>
        </p:nvSpPr>
        <p:spPr>
          <a:xfrm>
            <a:off x="571512" y="2481262"/>
            <a:ext cx="3583334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4154846" y="2481262"/>
            <a:ext cx="359911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753957" y="2481262"/>
            <a:ext cx="3866554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71512" y="3114675"/>
            <a:ext cx="35833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154846" y="3114675"/>
            <a:ext cx="359911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753957" y="3114675"/>
            <a:ext cx="38665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71512" y="3752850"/>
            <a:ext cx="35833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154846" y="3752850"/>
            <a:ext cx="359911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753957" y="3752850"/>
            <a:ext cx="38665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71512" y="4391025"/>
            <a:ext cx="35833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154846" y="4391025"/>
            <a:ext cx="359911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7753957" y="4391025"/>
            <a:ext cx="38665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71512" y="5010150"/>
            <a:ext cx="35833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4154846" y="5010150"/>
            <a:ext cx="359911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7753957" y="5010150"/>
            <a:ext cx="38665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571500" y="919311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Wie wird dieser Faktor in der realen Welt umgesetzt?</a:t>
            </a:r>
            <a:endParaRPr/>
          </a:p>
        </p:txBody>
      </p:sp>
      <p:sp>
        <p:nvSpPr>
          <p:cNvPr id="2" name="Google Shape;155;p17">
            <a:extLst>
              <a:ext uri="{FF2B5EF4-FFF2-40B4-BE49-F238E27FC236}">
                <a16:creationId xmlns:a16="http://schemas.microsoft.com/office/drawing/2014/main" id="{64A930AB-6970-C57B-E77D-E35DBD3FE1E6}"/>
              </a:ext>
            </a:extLst>
          </p:cNvPr>
          <p:cNvSpPr txBox="1"/>
          <p:nvPr/>
        </p:nvSpPr>
        <p:spPr>
          <a:xfrm>
            <a:off x="571500" y="5362574"/>
            <a:ext cx="11048974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CH" dirty="0">
                <a:solidFill>
                  <a:schemeClr val="bg1"/>
                </a:solidFill>
              </a:rPr>
              <a:t>Applikation in </a:t>
            </a:r>
            <a:r>
              <a:rPr lang="de-CH" b="1" dirty="0">
                <a:solidFill>
                  <a:schemeClr val="bg1"/>
                </a:solidFill>
              </a:rPr>
              <a:t>Docker</a:t>
            </a:r>
            <a:r>
              <a:rPr lang="de-CH" dirty="0">
                <a:solidFill>
                  <a:schemeClr val="bg1"/>
                </a:solidFill>
              </a:rPr>
              <a:t> laufenlassen, für absolute Isolation.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Breitbild</PresentationFormat>
  <Paragraphs>36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Inter</vt:lpstr>
      <vt:lpstr>Calibri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Jan Bretscher</cp:lastModifiedBy>
  <cp:revision>1</cp:revision>
  <dcterms:modified xsi:type="dcterms:W3CDTF">2026-05-22T07:37:33Z</dcterms:modified>
</cp:coreProperties>
</file>